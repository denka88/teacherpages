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Темный стиль 1 — акцент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20" autoAdjust="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306B76-11A6-4337-9A97-96AA54856483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7B9960-AAD5-4B8C-95DA-4804AEAED5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700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937C970-3D05-4BE6-B9EE-3D1B1999CE9C}" type="datetime1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A3D8587-221A-4CF6-9118-CC53497B08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1691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1174-77AB-4F41-8C70-D89B9A19D64D}" type="datetime1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8587-221A-4CF6-9118-CC53497B08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3723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8E34C-D778-4E89-A0E5-8D821DCF75D3}" type="datetime1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8587-221A-4CF6-9118-CC53497B08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101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BD490-5E85-4B22-85AE-1E1A94D0CF5E}" type="datetime1">
              <a:rPr lang="ru-RU" smtClean="0"/>
              <a:t>17.12.2025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8587-221A-4CF6-9118-CC53497B08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2718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EBCE2-1EA2-49A5-A10C-A07EEAB474B1}" type="datetime1">
              <a:rPr lang="ru-RU" smtClean="0"/>
              <a:t>17.12.2025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8587-221A-4CF6-9118-CC53497B08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7473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8F7E2-EBEC-4A0A-B1F7-AF3E956ED780}" type="datetime1">
              <a:rPr lang="ru-RU" smtClean="0"/>
              <a:t>17.12.2025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8587-221A-4CF6-9118-CC53497B08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0307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FE81-435B-4CE5-8AF3-BCCC28E942B5}" type="datetime1">
              <a:rPr lang="ru-RU" smtClean="0"/>
              <a:t>17.12.2025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8587-221A-4CF6-9118-CC53497B08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1341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6989-500C-4DA0-8230-D7D44F2F2D91}" type="datetime1">
              <a:rPr lang="ru-RU" smtClean="0"/>
              <a:t>17.12.2025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8587-221A-4CF6-9118-CC53497B08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300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CC81C-CE96-4F52-99AB-84D5C4BFA2B4}" type="datetime1">
              <a:rPr lang="ru-RU" smtClean="0"/>
              <a:t>17.12.2025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8587-221A-4CF6-9118-CC53497B08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1988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1669-F808-4E27-94FE-CE928D7B0AB1}" type="datetime1">
              <a:rPr lang="ru-RU" smtClean="0"/>
              <a:t>17.12.2025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8587-221A-4CF6-9118-CC53497B08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2197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AEEB-A095-4B69-8F5C-59FD24379C7A}" type="datetime1">
              <a:rPr lang="ru-RU" smtClean="0"/>
              <a:t>17.12.2025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8587-221A-4CF6-9118-CC53497B08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31152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75DC0-EDFC-437F-978F-62C7D6BB1DBF}" type="datetime1">
              <a:rPr lang="ru-RU" smtClean="0"/>
              <a:t>17.12.2025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8587-221A-4CF6-9118-CC53497B08DE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038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D897F-BF2F-4044-8BE7-D060451CEBCD}" type="datetime1">
              <a:rPr lang="ru-RU" smtClean="0"/>
              <a:t>17.12.2025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8587-221A-4CF6-9118-CC53497B08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6948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B3C2E-14A6-4B82-BD4E-A3A475045C10}" type="datetime1">
              <a:rPr lang="ru-RU" smtClean="0"/>
              <a:t>17.12.2025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8587-221A-4CF6-9118-CC53497B08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0839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C0A2B-D180-4CBD-9669-92BE93645C99}" type="datetime1">
              <a:rPr lang="ru-RU" smtClean="0"/>
              <a:t>17.12.2025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8587-221A-4CF6-9118-CC53497B08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7690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EAB3-EFFF-43CD-AF4B-BE26C6B6C681}" type="datetime1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8587-221A-4CF6-9118-CC53497B08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0556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F4FE2-600F-4350-ABB1-3145A204613C}" type="datetime1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8587-221A-4CF6-9118-CC53497B08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7627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28DD0-38C6-48FF-B396-9DD47308DBD0}" type="datetime1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3D8587-221A-4CF6-9118-CC53497B08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37576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F0BF7D-F161-DCE7-9473-6F9A031D4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8587-221A-4CF6-9118-CC53497B08DE}" type="slidenum">
              <a:rPr lang="ru-RU" sz="3600" smtClean="0"/>
              <a:t>1</a:t>
            </a:fld>
            <a:endParaRPr lang="ru-RU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100056-F40C-2D2A-3165-FDF1C537D143}"/>
              </a:ext>
            </a:extLst>
          </p:cNvPr>
          <p:cNvSpPr txBox="1"/>
          <p:nvPr/>
        </p:nvSpPr>
        <p:spPr>
          <a:xfrm>
            <a:off x="2673658" y="162753"/>
            <a:ext cx="6844683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ЧУПОО ТЕХНИКУМ БИЗНЕС И ПРАВО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6AE12D-CA9C-1E47-1459-55048E83EA3F}"/>
              </a:ext>
            </a:extLst>
          </p:cNvPr>
          <p:cNvSpPr txBox="1"/>
          <p:nvPr/>
        </p:nvSpPr>
        <p:spPr>
          <a:xfrm>
            <a:off x="4679270" y="1116808"/>
            <a:ext cx="283345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Курсовая работа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A2AE82-F80A-D5DB-2CDA-535657E08346}"/>
              </a:ext>
            </a:extLst>
          </p:cNvPr>
          <p:cNvSpPr txBox="1"/>
          <p:nvPr/>
        </p:nvSpPr>
        <p:spPr>
          <a:xfrm>
            <a:off x="1062360" y="2266153"/>
            <a:ext cx="10067278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РАЗРАБОТКА СЕРВЕРНОЙ ЧАСТИ ВЕБ-ПРИЛОЖЕНИЯ «ПЕРСОНАЛЬНЫЕ СТРАНИЦЫ ПРЕПОДАВАТЕЛЕЙ»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9FAEFA-060D-9AFA-D372-DB3DCB2041C3}"/>
              </a:ext>
            </a:extLst>
          </p:cNvPr>
          <p:cNvSpPr txBox="1"/>
          <p:nvPr/>
        </p:nvSpPr>
        <p:spPr>
          <a:xfrm>
            <a:off x="4679270" y="1737647"/>
            <a:ext cx="283345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На тему: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0B9195-D2FB-9F5C-A5A6-5DEEF681E82A}"/>
              </a:ext>
            </a:extLst>
          </p:cNvPr>
          <p:cNvSpPr txBox="1"/>
          <p:nvPr/>
        </p:nvSpPr>
        <p:spPr>
          <a:xfrm>
            <a:off x="6470341" y="3472097"/>
            <a:ext cx="55666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Подготовил: Григорьев Д. В.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Студент группы ИС-4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Специальность: 09.02.07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Информационные системы и программирование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Руководитель: Мартыненко В.А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8D235C-AA0F-5850-58D8-EC96663096B1}"/>
              </a:ext>
            </a:extLst>
          </p:cNvPr>
          <p:cNvSpPr txBox="1"/>
          <p:nvPr/>
        </p:nvSpPr>
        <p:spPr>
          <a:xfrm>
            <a:off x="4481255" y="6497053"/>
            <a:ext cx="3229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г. Белореченск 2025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A797758-FEC1-FA34-2485-A3DCB689B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727" y="3472097"/>
            <a:ext cx="4748272" cy="231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976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602666C-041D-43AE-AB15-25721646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8587-221A-4CF6-9118-CC53497B08DE}" type="slidenum">
              <a:rPr lang="ru-RU" sz="3600" smtClean="0"/>
              <a:t>2</a:t>
            </a:fld>
            <a:endParaRPr lang="ru-RU" sz="3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E56CE9-B206-F2B3-98D6-BE41AFD7472B}"/>
              </a:ext>
            </a:extLst>
          </p:cNvPr>
          <p:cNvSpPr txBox="1"/>
          <p:nvPr/>
        </p:nvSpPr>
        <p:spPr>
          <a:xfrm>
            <a:off x="2673658" y="101198"/>
            <a:ext cx="6844683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Цели и актуальность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2C640F-FE42-6C99-221B-578D8912BD77}"/>
              </a:ext>
            </a:extLst>
          </p:cNvPr>
          <p:cNvSpPr txBox="1"/>
          <p:nvPr/>
        </p:nvSpPr>
        <p:spPr>
          <a:xfrm>
            <a:off x="976544" y="1242874"/>
            <a:ext cx="599242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Цель:</a:t>
            </a: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Повышение эффективности управления персональными страницами преподавателей</a:t>
            </a:r>
          </a:p>
          <a:p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Актуальность: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 современной образовательной среде цифровая презентация педагогического состава является ключевым элементом открытости и доступности учебного заведения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611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E95A113-2243-2221-8DB3-73415F170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8587-221A-4CF6-9118-CC53497B08DE}" type="slidenum">
              <a:rPr lang="ru-RU" sz="3600" smtClean="0"/>
              <a:t>3</a:t>
            </a:fld>
            <a:endParaRPr lang="ru-RU" sz="3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893D32-93C4-29C6-7132-313A4B74788D}"/>
              </a:ext>
            </a:extLst>
          </p:cNvPr>
          <p:cNvSpPr txBox="1"/>
          <p:nvPr/>
        </p:nvSpPr>
        <p:spPr>
          <a:xfrm>
            <a:off x="2673658" y="101198"/>
            <a:ext cx="6844683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Задачи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6D446F-CB70-9390-704D-AF1133ECC45F}"/>
              </a:ext>
            </a:extLst>
          </p:cNvPr>
          <p:cNvSpPr txBox="1"/>
          <p:nvPr/>
        </p:nvSpPr>
        <p:spPr>
          <a:xfrm>
            <a:off x="976544" y="1242874"/>
            <a:ext cx="599242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Задачи исследования: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изучить особенности функционирования веб-приложения;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рассмотреть ряд существующих разработок для решения поставленной цели;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выбрать метод реализации работы автоматизированных процессов информационной системы;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разработать информационную систему;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протестировать разработанную информационную систему;</a:t>
            </a:r>
          </a:p>
        </p:txBody>
      </p:sp>
    </p:spTree>
    <p:extLst>
      <p:ext uri="{BB962C8B-B14F-4D97-AF65-F5344CB8AC3E}">
        <p14:creationId xmlns:p14="http://schemas.microsoft.com/office/powerpoint/2010/main" val="252979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EFABBC9-94C7-6006-A0A2-BDF198329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8587-221A-4CF6-9118-CC53497B08DE}" type="slidenum">
              <a:rPr lang="ru-RU" sz="3600" smtClean="0"/>
              <a:t>4</a:t>
            </a:fld>
            <a:endParaRPr lang="ru-RU" sz="3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DD8C8C-8F03-96B1-3058-9EE22969863D}"/>
              </a:ext>
            </a:extLst>
          </p:cNvPr>
          <p:cNvSpPr txBox="1"/>
          <p:nvPr/>
        </p:nvSpPr>
        <p:spPr>
          <a:xfrm>
            <a:off x="2673658" y="101198"/>
            <a:ext cx="6844683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Анализ предметной области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0F0CFA-678B-079C-9B8C-52CA4FEE2800}"/>
              </a:ext>
            </a:extLst>
          </p:cNvPr>
          <p:cNvSpPr txBox="1"/>
          <p:nvPr/>
        </p:nvSpPr>
        <p:spPr>
          <a:xfrm>
            <a:off x="727969" y="923277"/>
            <a:ext cx="810531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Цель: упростить создание и управление страницами через систему заявок.</a:t>
            </a: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Ключевые функции: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пользователей: подача заявок на создание страниц.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модераторов: проверка заявок и управление готовыми страницами.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администраторов: полный контроль над контентом и пользователями.</a:t>
            </a: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Преимущества: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Интуитивно понятный интерфейс.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Надежность, эффективное управление.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C9C3554-6E33-2810-2F23-99BC72E4C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839" y="3292632"/>
            <a:ext cx="4991370" cy="243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361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A8D2724-D242-FAD8-CA6E-FCBF051E2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8587-221A-4CF6-9118-CC53497B08DE}" type="slidenum">
              <a:rPr lang="ru-RU" sz="3600" smtClean="0"/>
              <a:t>5</a:t>
            </a:fld>
            <a:endParaRPr lang="ru-RU" sz="3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8A1BCC-BA31-E108-58B4-74C21A50B651}"/>
              </a:ext>
            </a:extLst>
          </p:cNvPr>
          <p:cNvSpPr txBox="1"/>
          <p:nvPr/>
        </p:nvSpPr>
        <p:spPr>
          <a:xfrm>
            <a:off x="745724" y="692457"/>
            <a:ext cx="810531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Автоматизация процессов: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Работа с персональными страницами (добавление, редактирование, удаление, поиск).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Управление жизненным циклом заявок (создание, проверка, утверждение/отклонение).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Обработка отзывов.</a:t>
            </a: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Ключевые возможности: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пользователей: создание заявок и отзывов.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модераторов: полный цикл работы с заявками.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администраторов: управление страницами, отзывами и другими администраторами.</a:t>
            </a: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Требования к системе: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Максимальная работоспособность и надежность.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Технологичность и простота обслуживания.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B96CA2-9B31-3888-D080-15358A2EDB7C}"/>
              </a:ext>
            </a:extLst>
          </p:cNvPr>
          <p:cNvSpPr txBox="1"/>
          <p:nvPr/>
        </p:nvSpPr>
        <p:spPr>
          <a:xfrm>
            <a:off x="445363" y="46126"/>
            <a:ext cx="11301273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Методы реализации процесса проектирования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1F8FDBA-D1D5-4C9B-A5B9-6849D627AA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324" b="43631"/>
          <a:stretch>
            <a:fillRect/>
          </a:stretch>
        </p:blipFill>
        <p:spPr>
          <a:xfrm>
            <a:off x="3685713" y="5127924"/>
            <a:ext cx="4820574" cy="151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208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67BD9C5-6520-38D5-796E-64DCF10BE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8587-221A-4CF6-9118-CC53497B08DE}" type="slidenum">
              <a:rPr lang="ru-RU" sz="3600" smtClean="0"/>
              <a:t>6</a:t>
            </a:fld>
            <a:endParaRPr lang="ru-RU" sz="3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BA1283-2D4B-013D-CDDA-76A9C698329E}"/>
              </a:ext>
            </a:extLst>
          </p:cNvPr>
          <p:cNvSpPr txBox="1"/>
          <p:nvPr/>
        </p:nvSpPr>
        <p:spPr>
          <a:xfrm>
            <a:off x="798991" y="1038685"/>
            <a:ext cx="81053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Серверная часть (Модули):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Авторизация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Управление страницами преподавателей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Управление заявками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Управление отзывами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Управление администраторами</a:t>
            </a:r>
          </a:p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Клиентская часть (Интерфейсы):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Административная панель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Интерфейс создания/редактирования страницы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9BE3C1-5719-8123-3E66-A49ECFE87C04}"/>
              </a:ext>
            </a:extLst>
          </p:cNvPr>
          <p:cNvSpPr txBox="1"/>
          <p:nvPr/>
        </p:nvSpPr>
        <p:spPr>
          <a:xfrm>
            <a:off x="2043344" y="24826"/>
            <a:ext cx="8105312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Требования к системе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9D8F561-6D58-45D3-7333-7F05B605E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4303" y="1038685"/>
            <a:ext cx="1449604" cy="351295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F1E641F-C993-F247-3C82-2796FB405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036" y="4039340"/>
            <a:ext cx="5393927" cy="2568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226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810A1EB-0C45-2A0B-A970-BF995F5BF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8587-221A-4CF6-9118-CC53497B08DE}" type="slidenum">
              <a:rPr lang="ru-RU" sz="3600" smtClean="0"/>
              <a:t>7</a:t>
            </a:fld>
            <a:endParaRPr lang="ru-RU" sz="3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0C996C-4180-731C-BCCE-95907ADC1311}"/>
              </a:ext>
            </a:extLst>
          </p:cNvPr>
          <p:cNvSpPr txBox="1"/>
          <p:nvPr/>
        </p:nvSpPr>
        <p:spPr>
          <a:xfrm>
            <a:off x="2043344" y="24826"/>
            <a:ext cx="8105312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Обоснование проектных решений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77F5ED-3569-B1D9-E4C3-80191D15A0C5}"/>
              </a:ext>
            </a:extLst>
          </p:cNvPr>
          <p:cNvSpPr txBox="1"/>
          <p:nvPr/>
        </p:nvSpPr>
        <p:spPr>
          <a:xfrm>
            <a:off x="985421" y="843677"/>
            <a:ext cx="810531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Тип: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Клиент-серверная (3-звенная)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Клиент (представление)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Сервер приложения (бизнес-логика)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Сервер БД (управление данными)</a:t>
            </a:r>
          </a:p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Преимущества: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Гибкость, безопасность, производительность, масштабируемость.</a:t>
            </a:r>
          </a:p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База данных: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MySQL – для хранения и управления данными приложения.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460D2696-DA7E-CFD3-D024-200DF917F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403151"/>
              </p:ext>
            </p:extLst>
          </p:nvPr>
        </p:nvGraphicFramePr>
        <p:xfrm>
          <a:off x="2752077" y="3091649"/>
          <a:ext cx="8128000" cy="25654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1230710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62388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0" dirty="0"/>
                        <a:t>Роли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Основные функции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189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dk1"/>
                          </a:solidFill>
                          <a:effectLst/>
                        </a:rPr>
                        <a:t>Главный администратор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</a:rPr>
                        <a:t>Полное управление системой: администраторами, страницами, заявками, отзывами.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205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dk1"/>
                          </a:solidFill>
                          <a:effectLst/>
                        </a:rPr>
                        <a:t>Администратор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</a:rPr>
                        <a:t>Управление заявками, страницами преподавателей, отзывами.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612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dk1"/>
                          </a:solidFill>
                          <a:effectLst/>
                        </a:rPr>
                        <a:t>Пользователь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</a:rPr>
                        <a:t>Подача заявок на создание страниц, написание отзывов.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392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4095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1AA481F-AE1F-4EF2-8C44-3CC2027F5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8587-221A-4CF6-9118-CC53497B08DE}" type="slidenum">
              <a:rPr lang="ru-RU" sz="3600" smtClean="0"/>
              <a:t>8</a:t>
            </a:fld>
            <a:endParaRPr lang="ru-RU" sz="3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2683DF-5055-32C2-3885-0FC7108A22B7}"/>
              </a:ext>
            </a:extLst>
          </p:cNvPr>
          <p:cNvSpPr txBox="1"/>
          <p:nvPr/>
        </p:nvSpPr>
        <p:spPr>
          <a:xfrm>
            <a:off x="2066031" y="0"/>
            <a:ext cx="8105312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Сущности и таблицы базы данных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D8E2A7A6-CF82-7FB1-127F-146DCBC0B2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595911"/>
              </p:ext>
            </p:extLst>
          </p:nvPr>
        </p:nvGraphicFramePr>
        <p:xfrm>
          <a:off x="2043344" y="1163549"/>
          <a:ext cx="8127999" cy="42113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9990546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0523687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596965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lt1"/>
                          </a:solidFill>
                          <a:effectLst/>
                        </a:rPr>
                        <a:t>Сущность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lt1"/>
                          </a:solidFill>
                          <a:effectLst/>
                        </a:rPr>
                        <a:t>Таблица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lt1"/>
                          </a:solidFill>
                          <a:effectLst/>
                        </a:rPr>
                        <a:t>Содержание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832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</a:rPr>
                        <a:t>Персональные страницы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Teacher_pages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</a:rPr>
                        <a:t>Информация о преподавателях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930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</a:rPr>
                        <a:t>Заявки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Submissions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</a:rPr>
                        <a:t>Данные заявок на создание страниц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757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</a:rPr>
                        <a:t>Отзывы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Contacts 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</a:rPr>
                        <a:t>Обратная связь пользователей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25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</a:rPr>
                        <a:t>Социальные сети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Social_links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</a:rPr>
                        <a:t>Ссылки на соцсети преподавателей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281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</a:rPr>
                        <a:t>Администраторы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Admins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</a:rPr>
                        <a:t>Учетные данные и доступы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084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</a:rPr>
                        <a:t>Капча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Captcha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</a:rPr>
                        <a:t>Данные сессий для проверки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350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8184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F6544B3-9B73-0302-F1C5-71B4300EF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8587-221A-4CF6-9118-CC53497B08DE}" type="slidenum">
              <a:rPr lang="ru-RU" sz="3600" smtClean="0"/>
              <a:t>9</a:t>
            </a:fld>
            <a:endParaRPr lang="ru-RU" sz="3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282F25-6918-02E9-B8F7-D837F3B4DDEC}"/>
              </a:ext>
            </a:extLst>
          </p:cNvPr>
          <p:cNvSpPr txBox="1"/>
          <p:nvPr/>
        </p:nvSpPr>
        <p:spPr>
          <a:xfrm>
            <a:off x="1416728" y="0"/>
            <a:ext cx="9358543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Установка и настройка среды разработки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32D94D-1ADF-2EB4-735C-C33BD61D27B4}"/>
              </a:ext>
            </a:extLst>
          </p:cNvPr>
          <p:cNvSpPr txBox="1"/>
          <p:nvPr/>
        </p:nvSpPr>
        <p:spPr>
          <a:xfrm>
            <a:off x="656948" y="948156"/>
            <a:ext cx="81053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Среда разработки: 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PhpStorm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VS Code или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Sublime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Text.</a:t>
            </a:r>
          </a:p>
          <a:p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Серверное окружение: Рекомендуется установить XAMPP (включает Apache, MySQL, PHP и Perl) для быстрой настройки рабочего окружения.</a:t>
            </a:r>
          </a:p>
          <a:p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Альтернатива (пошагово):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Установить Apache, MySQL и PHP по отдельности через пакетные менеджеры (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apt-get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yum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Homebrew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) или с официальных сайтов.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Настроить связку Apache + PHP и подключение PHP к MySQL.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91AF08C-3FCF-E538-FCE6-B375080BC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880" y="4540385"/>
            <a:ext cx="4238238" cy="214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271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D3098AA-BEEA-51D6-3E64-1785DF495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8587-221A-4CF6-9118-CC53497B08DE}" type="slidenum">
              <a:rPr lang="ru-RU" sz="3600" smtClean="0"/>
              <a:t>10</a:t>
            </a:fld>
            <a:endParaRPr lang="ru-RU" sz="3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207132-9B5E-9CD7-4BA1-9F75DA645F7F}"/>
              </a:ext>
            </a:extLst>
          </p:cNvPr>
          <p:cNvSpPr txBox="1"/>
          <p:nvPr/>
        </p:nvSpPr>
        <p:spPr>
          <a:xfrm>
            <a:off x="2043344" y="24826"/>
            <a:ext cx="8105312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Функционал пользователей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BE2739-21F4-BC51-3BD6-78B370E8D4CE}"/>
              </a:ext>
            </a:extLst>
          </p:cNvPr>
          <p:cNvSpPr txBox="1"/>
          <p:nvPr/>
        </p:nvSpPr>
        <p:spPr>
          <a:xfrm>
            <a:off x="985421" y="843677"/>
            <a:ext cx="81053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Оставить отзыв: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Через вкладку «О сайте».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Форма включает капчу для защиты от спама.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Валидация ввода с уведомлением об ошибках/успехе.</a:t>
            </a:r>
          </a:p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Подать заявку на страницу преподавателя: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Через вкладку «Добавить страницу».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Обширная форма с данными преподавателя и капчей.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Валидация полей. Успешная отправка → заявка на модерации.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187A556-429B-EBBD-D4F1-B7AAAA451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310" y="3429000"/>
            <a:ext cx="4207379" cy="316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614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4D4A7B6-0BAA-9AAA-6A85-92233FAF9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8587-221A-4CF6-9118-CC53497B08DE}" type="slidenum">
              <a:rPr lang="ru-RU" sz="3600" smtClean="0"/>
              <a:t>11</a:t>
            </a:fld>
            <a:endParaRPr lang="ru-RU" sz="3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0FB018-0C14-46FD-4838-A479AC1B7228}"/>
              </a:ext>
            </a:extLst>
          </p:cNvPr>
          <p:cNvSpPr txBox="1"/>
          <p:nvPr/>
        </p:nvSpPr>
        <p:spPr>
          <a:xfrm>
            <a:off x="2043344" y="24826"/>
            <a:ext cx="8105312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Функционал администраторов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CA1350-969E-A533-F95A-3AF7D2C581C5}"/>
              </a:ext>
            </a:extLst>
          </p:cNvPr>
          <p:cNvSpPr txBox="1"/>
          <p:nvPr/>
        </p:nvSpPr>
        <p:spPr>
          <a:xfrm>
            <a:off x="985421" y="843677"/>
            <a:ext cx="810531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Добавление данных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(преподаватели, администраторы):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Кнопка «Добавить» → форма для заполнения.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Валидация данных. Успешное создание → запись появляется на сайте.</a:t>
            </a:r>
          </a:p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Редактирование данных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(преподаватели, администраторы):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Выбор записи → кнопка «Редактировать».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Форма предзаполняется текущими данными.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Валидация. Сохранение → обновление в интерфейсе.</a:t>
            </a:r>
          </a:p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Удаление данных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(преподаватели, отзывы, администраторы):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Кнопка удаления у записи → подтверждающий диалог.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Подтверждение → удаление и обновление списка.</a:t>
            </a:r>
          </a:p>
          <a:p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0A8C4C9-04CC-2C67-0459-3B27ADC54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082" y="4360122"/>
            <a:ext cx="5209835" cy="223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133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7AD18BD-2239-9E31-61C3-51B090FD9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8587-221A-4CF6-9118-CC53497B08DE}" type="slidenum">
              <a:rPr lang="ru-RU" sz="3600" smtClean="0"/>
              <a:t>12</a:t>
            </a:fld>
            <a:endParaRPr lang="ru-RU" sz="3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566280-D7A4-66C3-84FD-9C4FF2DB97EB}"/>
              </a:ext>
            </a:extLst>
          </p:cNvPr>
          <p:cNvSpPr txBox="1"/>
          <p:nvPr/>
        </p:nvSpPr>
        <p:spPr>
          <a:xfrm>
            <a:off x="2043344" y="24826"/>
            <a:ext cx="8105312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Заключение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24D967-8EB8-D519-1F34-61FB537381CD}"/>
              </a:ext>
            </a:extLst>
          </p:cNvPr>
          <p:cNvSpPr txBox="1"/>
          <p:nvPr/>
        </p:nvSpPr>
        <p:spPr>
          <a:xfrm>
            <a:off x="985421" y="843677"/>
            <a:ext cx="810531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Достигнутая цель: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Автоматизация управления контентом преподавателей для повышения эффективности.</a:t>
            </a:r>
          </a:p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Архитектура системы: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Публичная часть: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Каталог преподавателей и форма подачи заявок.</a:t>
            </a:r>
          </a:p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Админ-панель: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Полный инструмент для модерации заявок и управления контентом.</a:t>
            </a:r>
          </a:p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Ключевые возможности: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Полный цикл управления персональными страницами (CRUD).</a:t>
            </a: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Разграничение прав доступа администраторов.</a:t>
            </a: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Прием и обработка обратной связи.</a:t>
            </a:r>
          </a:p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Обеспеченные требования: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Безопасность: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Защита от SQL-инъекций, XSS, CSRF; валидация данных; CAPTCHA.</a:t>
            </a:r>
          </a:p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Удобство: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Адаптивный дизайн для всех устройств.</a:t>
            </a:r>
          </a:p>
        </p:txBody>
      </p:sp>
    </p:spTree>
    <p:extLst>
      <p:ext uri="{BB962C8B-B14F-4D97-AF65-F5344CB8AC3E}">
        <p14:creationId xmlns:p14="http://schemas.microsoft.com/office/powerpoint/2010/main" val="643482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4EE9F58-541F-CE07-DCF8-1EE5AC9F1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Благодарю за внимание!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6F8239C-859B-F8D1-3E24-4A39831AD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8587-221A-4CF6-9118-CC53497B08DE}" type="slidenum">
              <a:rPr lang="ru-RU" sz="3600" smtClean="0"/>
              <a:t>13</a:t>
            </a:fld>
            <a:endParaRPr lang="ru-RU" sz="3600"/>
          </a:p>
        </p:txBody>
      </p:sp>
    </p:spTree>
    <p:extLst>
      <p:ext uri="{BB962C8B-B14F-4D97-AF65-F5344CB8AC3E}">
        <p14:creationId xmlns:p14="http://schemas.microsoft.com/office/powerpoint/2010/main" val="38700735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Синий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261</TotalTime>
  <Words>728</Words>
  <Application>Microsoft Office PowerPoint</Application>
  <PresentationFormat>Широкоэкранный</PresentationFormat>
  <Paragraphs>148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Tw Cen MT</vt:lpstr>
      <vt:lpstr>Контур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Благодарю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Денис Григорьев</dc:creator>
  <cp:lastModifiedBy>Денис Григорьев</cp:lastModifiedBy>
  <cp:revision>4</cp:revision>
  <dcterms:created xsi:type="dcterms:W3CDTF">2025-12-16T20:41:30Z</dcterms:created>
  <dcterms:modified xsi:type="dcterms:W3CDTF">2025-12-17T17:28:44Z</dcterms:modified>
</cp:coreProperties>
</file>